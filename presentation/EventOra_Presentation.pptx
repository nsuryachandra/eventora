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CBD5E1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31520" y="640080"/>
            <a:ext cx="1072865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05156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CAPSTONE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EVENTORA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Event Crowd &amp; Resource Management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6974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C++17 Core Engine • Strict Array-Based Circular FIFO Queue • React 18 Light UI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3337560"/>
            <a:ext cx="2286000" cy="1737360"/>
          </a:xfrm>
          <a:prstGeom prst="roundRect">
            <a:avLst>
              <a:gd name="adj" fmla="val 789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C++17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39319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processing using memory-efficient 1D arrays &amp; structs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3337560"/>
            <a:ext cx="2286000" cy="1737360"/>
          </a:xfrm>
          <a:prstGeom prst="roundRect">
            <a:avLst>
              <a:gd name="adj" fmla="val 789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Circular FIFO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39319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no-skip waiting list processing with modular wrap-around arithmetic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337560"/>
            <a:ext cx="2286000" cy="1737360"/>
          </a:xfrm>
          <a:prstGeom prst="roundRect">
            <a:avLst>
              <a:gd name="adj" fmla="val 7895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Auto-Sync Resources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39319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pools that auto-assign to confirmed guests on restock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3337560"/>
            <a:ext cx="2286000" cy="1737360"/>
          </a:xfrm>
          <a:prstGeom prst="roundRect">
            <a:avLst>
              <a:gd name="adj" fmla="val 7895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Single Container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32520" y="39319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CORS issues with React SPA mounted directly in C++ backend service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5577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Architecture &amp; System Implementation Overview •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Real-World Event Operations Challenge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physical venue chaos and deterministic computer science principles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73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Executive Edition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166360" cy="4434840"/>
          </a:xfrm>
          <a:prstGeom prst="roundRect">
            <a:avLst>
              <a:gd name="adj" fmla="val 3093"/>
            </a:avLst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INDUSTRY BOTTLENECKS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Unfair Queue Jumping &amp; Bias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event portals fail under surge traffic, allowing late registrants to bypass earlier attendees when seats open up.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6118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Disconnected Resource Allocation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9319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packs and hardware kits are tracked in disconnected spreadsheets, resulting in confirmed delegates arriving without assigned materials.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48463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Bloated Microservice Overhead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51663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to mid-sized events are burdened with complex multi-service architectures that consume excessive memory and encounter CORS network errors.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737360"/>
            <a:ext cx="5193792" cy="4434840"/>
          </a:xfrm>
          <a:prstGeom prst="roundRect">
            <a:avLst>
              <a:gd name="adj" fmla="val 3093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9202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EVENTORA INNOVATION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3774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Strict Circular FIFO Waiting Queue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6974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 pure array-based circular queue with modulo pointers. Guarantees 100% fair, zero-skipping admission order.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36118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Live Stock Synchronization Engine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39319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inventory is replenished, the engine automatically assigns equipment to confirmed guests who previously lacked stock.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37960" y="48463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Ultra-Lightweight C++17 Monolith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51663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into a single self-contained native executable that serves both the REST API and the React Light UI from one container.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FOUNDATION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Structures (DSA) Syllabus Mapping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implementation of fundamental syllabus concepts without high-level library abstraction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73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Executive Edition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3456432" cy="443484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37360"/>
            <a:ext cx="3456432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745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C++ Structures (struct)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REPRESENTATION &amp; ENCAPSULATION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distinct application domain records with field encapsulation in memory.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3090672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474720"/>
            <a:ext cx="2907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Event { int id; string title; string category; ... };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Attendee { int id; string status; string section; ... };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Resource { int id; int total; int allocated; ... };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5166360"/>
            <a:ext cx="3090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Attribute: Direct contiguous memory layout without hidden dynamic class vtable overhead.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70832" y="1737360"/>
            <a:ext cx="3456432" cy="443484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0832" y="1737360"/>
            <a:ext cx="3456432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53712" y="18745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1D Fixed Arrays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53712" y="246888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STORAGE COLLECTIONS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53712" y="274320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Fixed-capacity primary memory storage for events, sections, attendees, and resources.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53712" y="3383280"/>
            <a:ext cx="3090672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3474720"/>
            <a:ext cx="2907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events[MAX_EVENTS];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sections[MAX_SECTIONS];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Attendee attendees[MAX_ATTENDEES];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resources[MAX_RESOURCES];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53712" y="5166360"/>
            <a:ext cx="3090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Attribute: Bounded static capacities with explicit O(1) index access and linear boundary safeguards.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10144" y="1737360"/>
            <a:ext cx="3456432" cy="443484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0144" y="1737360"/>
            <a:ext cx="3456432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18745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Circular FIFO Queue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93024" y="246888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WAITING LIST MANAGEMENT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93024" y="274320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circular FIFO queue with wrap-around modulo arithmetic pointers.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93024" y="3383280"/>
            <a:ext cx="3090672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84464" y="3474720"/>
            <a:ext cx="2907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Attendee waitingQueue[MAX_QUEUE];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queueFront = 0, queueRear = -1, queueCount = 0;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queueRear = (queueRear + 1) % MAX_QUEUE;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93024" y="5166360"/>
            <a:ext cx="3090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Attribute: Eliminates memory relocation overhead while ensuring strict first-come, first-served fairness.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No-Skip Circular FIFO Queue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admissions engine powered by array wrap-around pointers and uncompromised queue integrity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73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Executive Edition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74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Track Reaches Capacity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occupied == capacity, direct admission closes. New registrants are routed to queue.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56432" y="1737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1874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93592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Array Enqueue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93592" y="26974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= (rear + 1) % MAX_QUEUE. Registrant stored in array slot with relative waiting position.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81344" y="1737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874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18504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Expansion or Cancellation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8504" y="26974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capacity is boosted (+1) or a guest cancels, front-most waiting guest is processed.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06256" y="1737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43416" y="1874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43416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No-Skip Validation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43416" y="26974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front guest target track is still full, queue halts. Skipping to later guests is strictly forbidden.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840480"/>
            <a:ext cx="516636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QUEUE MODULO POINTER LOGIC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Circular Enqueue: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queueRear = (queueRear + 1) % MAX_QUEUE;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Circular Dequeue: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queueFront = (queueFront + 1) % MAX_QUEUE;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Dynamic Queue Position Calculation: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position = (queueFront + relativeIndex) % MAX_QUEUE;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Full / Empty Predicates: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isEmpty = (queueCount == 0); isFull = (queueCount == MAX_QUEUE);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840480"/>
            <a:ext cx="5193792" cy="233172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INTEGRITY &amp; FAIRNESS GUARANTEES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43891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Favoritism: Waiting attendees cannot bribe, skip, or be auto-promoted ahead of earlier registrants.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Atomic State Sync: Enqueue and Dequeue operations immediately synchronize with SQLite queue_state table.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Automatic Recovery: In-memory circular queue is completely reconstructed from SQLite on server restart.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Section-Aware Filtering: Attendees wait for specific session tracks while sharing one unified event circular buffer.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Resource Management &amp; Live Auto-Allocation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inventory bottlenecks with automated guest allocation and shortage detection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73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Executive Edition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3456432" cy="13716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74520"/>
            <a:ext cx="3090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RESOURCES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Units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equipment &amp; kit inventory in stock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70832" y="1737360"/>
            <a:ext cx="3456432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874520"/>
            <a:ext cx="3090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ALLOCATED UNITS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53712" y="210312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Units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53712" y="256032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assigned to confirmed attendees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10144" y="1737360"/>
            <a:ext cx="3456432" cy="137160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1874520"/>
            <a:ext cx="3090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MORE (DEFICIT)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93024" y="210312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Units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93024" y="256032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guests currently lacking stock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337560"/>
            <a:ext cx="5166360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ASSIGNMENT ON STOCK INCREASE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886200"/>
            <a:ext cx="45720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Problem Solved: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Previously, increasing resource count updated total stock but left confirmed attendees unassigned.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Auto-Sync Algorithm: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syncResourceAllocationsForEvent(eventId) executes whenever total stock is boosted (+5, +10, or custom total).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Auto-Assign: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Immediately recalculates correctAllocated = min(total, confirmedCount) and auto-assigns waiting confirmed guests in FIFO registration order.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Feedback: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Instant toast notification: "Updated resource total to 15. Auto-assigned to 3 confirmed guests!"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3337560"/>
            <a:ext cx="5193792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DETAIL MODAL DRILL-DOWN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3886200"/>
            <a:ext cx="45720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Clickable Resource Names: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Clicking any resource name opens a comprehensive drill-down modal showing live allocation breakdown.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"Allocated To Whom" List: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table of confirmed guests with assigned badge pass, contact info, and track destination.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"Shortage Deficit" List: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Transparent listing of confirmed attendees missing materials with warning indicators.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Deficit Fulfillment: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"+ Add X Units to Fulfill Deficit" button immediately replenishes exact missing stock.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Multi-Event Architecture &amp; Dynamic Categorization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tenant environments with flexible custom event classification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73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Executive Edition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166360" cy="44348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MULTI-EVENT 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Event Contexts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54203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can oversee multiple independent conferences, workshops, and symposiums concurrently without data cross-leakage.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3246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Seating &amp; Capacity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5021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maintains separate session tracks (e.g. Main Auditorium, Workshop Lab A, VIP Conclave) with isolated occupancy limits.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Queue Buffers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4622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list FIFO queues are isolated per event. Admitting attendees to Event A never affects the waiting line of Event B.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5166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Activity Feeds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223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records registration, queue promotion, and capacity changes tagged with explicit event IDs for clean audit trails.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737360"/>
            <a:ext cx="5193792" cy="44348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"OTHERS" CATEGORY 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240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creation accommodates standard and custom event categories with dynamic input activation: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2743200"/>
            <a:ext cx="4617720" cy="658368"/>
          </a:xfrm>
          <a:prstGeom prst="roundRect">
            <a:avLst>
              <a:gd name="adj" fmla="val 13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834640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 NGO &amp; Charity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072384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custom color gradients, filter tab pills, and catalog badges.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37960" y="3520440"/>
            <a:ext cx="4617720" cy="658368"/>
          </a:xfrm>
          <a:prstGeom prst="roundRect">
            <a:avLst>
              <a:gd name="adj" fmla="val 13889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611880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 Clean &amp; Green Drive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849624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custom color gradients, filter tab pills, and catalog badges.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37960" y="4297680"/>
            <a:ext cx="4617720" cy="658368"/>
          </a:xfrm>
          <a:prstGeom prst="round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389120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 Games &amp; Esports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4626864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custom color gradients, filter tab pills, and catalog badges.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37960" y="5074920"/>
            <a:ext cx="4617720" cy="658368"/>
          </a:xfrm>
          <a:prstGeom prst="roundRect">
            <a:avLst>
              <a:gd name="adj" fmla="val 1388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5166360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 Sports &amp; Athletics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5404104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custom color gradients, filter tab pills, and catalog badges.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571500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Intuitive Form Interaction: Selecting "Others" instantly opens a dedicated input box for custom categorization without page reloads.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Layered 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Ultra-clean, zero-CORS unified architecture connecting React 18, C++ REST Engine, and SQLite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73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Executive Edition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3456432" cy="443484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37360"/>
            <a:ext cx="3456432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87452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CLIENT PRESENTATION (React 18)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514600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587752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18 SPA (Pure JSX, Zero TypeScript)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410712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483864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Light Theme Design Language (CSS Variables)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306824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379976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Components (StatCard, Modal, Badge, Spinner)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5202936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276088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Routing: Public Portal &amp; Organizer Console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70832" y="1737360"/>
            <a:ext cx="3456432" cy="443484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0832" y="1737360"/>
            <a:ext cx="3456432" cy="594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187452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HTTP &amp; SERIALIZATION SERVICE (C++17)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53712" y="2514600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2587752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cpp-httplib: Lightweight header-only HTTP server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53712" y="3410712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3483864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nlohmann::json: High-performance JSON serialization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53712" y="4306824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4379976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routing with regex parameter matching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53712" y="5202936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5276088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SPA hosting fallback for unified single container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10144" y="1737360"/>
            <a:ext cx="3456432" cy="443484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10144" y="1737360"/>
            <a:ext cx="3456432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3" name="Text 31"/>
          <p:cNvSpPr/>
          <p:nvPr/>
        </p:nvSpPr>
        <p:spPr>
          <a:xfrm>
            <a:off x="8147304" y="187452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CORE DATA STRUCTURES &amp; PERSISTENCE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93024" y="2514600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84464" y="2587752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1D Fixed Arrays for deterministic memory storage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93024" y="3410712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84464" y="3483864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Circular FIFO Queue with wrap-around pointers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93024" y="4306824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84464" y="4379976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persistence layer via database.cpp (~140 lines)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93024" y="5202936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84464" y="5276088"/>
            <a:ext cx="2907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database schema initialization via schema.sql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C++ REST API Endpoints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RESTful contract supporting dynamic registration, queue admissions, and resource allocation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73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Executive Edition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8655" cy="438912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2926080"/>
                <a:gridCol w="4327855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Method &amp; Route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/ Query Params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Behavior &amp; DSA Execution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array of active events with track occupancy and resource stats.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title, venue, category, capacity, ... 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event record, initializes section capacity, and establishes stock pool.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/api/registrations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eventId, name, email, section 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Admissions check: returns ADMITTED (if seats open) or WAITING (#pos in circular FIFO).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/api/queue?eventId=:id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eventId (optional)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Inspects array circular FIFO queue order and relative waiting positions.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/api/queue/admit-next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openSeat: true 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Dequeues front attendee, updates occupied count, and auto-allocates resources.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/api/sections/:id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capacity: newCapacity 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Expands section capacity and auto-admits first waiting attendee(s) in FIFO order.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/api/resources?eventId=:id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eventId (optional)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inventory list with confirmedCount, neededMore, and attendee breakdown lists.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/api/resources/:id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name, category, total 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stock and auto-assigns units to confirmed attendees previously lacking materials.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Theme Design System &amp; User Experience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for operational clarity, readability, and zero fatigue during long event shifts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73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Executive Edition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2560320" cy="4434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37360"/>
            <a:ext cx="256032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High-Contrast Slate Typography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2194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avoids muddy dark modes. Built with Slate 900 (#0F172A) headlines and Slate 700 body text on soft neutral slate backgrounds for maximum legibility in bright convention halls.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56432" y="1737360"/>
            <a:ext cx="2560320" cy="4434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6432" y="1737360"/>
            <a:ext cx="2560320" cy="6400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Vibrant Semantic Status Pills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39312" y="2560320"/>
            <a:ext cx="2194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visual clarity with curated HSL color tokens: Emerald (#059669) for Admitted / Healthy Stock, Rose (#E11D48) for Capacity Full / Shortages, and Indigo (#4F46E5) for Active Events.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81344" y="1737360"/>
            <a:ext cx="2560320" cy="4434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1737360"/>
            <a:ext cx="256032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18504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Real-Time Capacity Gauges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4224" y="2560320"/>
            <a:ext cx="2194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occupancy progress bars dynamically switch color thresholds: Green (&lt;75%), Amber (75-99% Filling Fast), and Crimson (100% Full) to provide organizers instantaneous situation awareness.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06256" y="1737360"/>
            <a:ext cx="2560320" cy="4434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06256" y="1737360"/>
            <a:ext cx="2560320" cy="6400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3" name="Text 21"/>
          <p:cNvSpPr/>
          <p:nvPr/>
        </p:nvSpPr>
        <p:spPr>
          <a:xfrm>
            <a:off x="9043416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Drill-Down Modal Inspection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89136" y="2560320"/>
            <a:ext cx="2194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page-hopping. Organizers click any resource or attendee to open comprehensive breakdown drawers with 1-click stock restock, auto-assignment, and pass verification.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Verification &amp; Acceptance Test Suite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end-to-end integration test suites ensuring 100% regression-free code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73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Executive Edition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Scripts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test_system.ps1 &amp; test_issue_fixes.ps1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56432" y="173736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ASSERTIONS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93592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 Passed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93592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 Rate across all endpoints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1344" y="173736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VERIFICATION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18504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Zero-Skip FIFO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18504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array order strictly validated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06256" y="173736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43416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AUTO-SYNC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43416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Assign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043416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Deficits auto-resolved upon stock boost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3246120"/>
            <a:ext cx="10728655" cy="29718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429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LOG: ACCEPTANCE VERIFICATION PASS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5840" y="3794760"/>
            <a:ext cx="10180015" cy="2240280"/>
          </a:xfrm>
          <a:prstGeom prst="roundRect">
            <a:avLst>
              <a:gd name="adj" fmla="val 40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886200"/>
            <a:ext cx="9905695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Dynamic Section Creation: Custom VIP track registered with initial capacity = 1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Person 1 (Alice): Admitted instantly to seat 1/1 (Status = ADMITTED)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Person 2 (Bob): Section now full -&gt; Enters FIFO waiting queue at position #01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Person 3 (Charlie): Enters FIFO waiting queue at position #02 behind Bob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Capacity Boost (+1): Organizer increases capacity -&gt; Bob (front of queue) automatically admitted!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Strict FIFO Guarantee: Bob confirmed ADMITTED in database; Charlie remains #01 in WAITING state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Custom Category Test: Created event with category 'Cleaning' -&gt; Persisted and queryable via API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Resource Deficit Test: 4 confirmed attendees with initial stock = 2 (2 allocated, 2 needed more)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Resource Boost Test: Stock increased from 2 to 5 -&gt; Auto-assigned remaining 2 confirmed attendees!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Single-Service Container Deployment on Render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React, C++17 REST Engine, and SQLite into one lightweight Docker container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73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Executive Edition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3456432" cy="443484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37360"/>
            <a:ext cx="3456432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87452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DOCKERFILE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2514600"/>
            <a:ext cx="3090672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06040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(Node.js Build): Compiles Vite React 18 production bundle into optimized dist/ artifacts.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721608"/>
            <a:ext cx="3090672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813048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(GCC C++ Compilation): Compiles C++17 engine and SQLite amalgamation using g++ with -O2 optimization.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928616"/>
            <a:ext cx="3090672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020056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Image: Clean Debian slim container copying compiled server.exe and dist/ frontend.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0832" y="1737360"/>
            <a:ext cx="3456432" cy="443484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737360"/>
            <a:ext cx="3456432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0" name="Text 18"/>
          <p:cNvSpPr/>
          <p:nvPr/>
        </p:nvSpPr>
        <p:spPr>
          <a:xfrm>
            <a:off x="4507992" y="187452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1 UNIFIED SERVICE?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53712" y="2514600"/>
            <a:ext cx="3090672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2606040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CORS Complications: Frontend and Backend share identical domain, host, and port (8080).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53712" y="3721608"/>
            <a:ext cx="3090672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3813048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 Hosting: Entire system runs inside 1 single free Render Web Service without multiple billable dynos.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53712" y="4928616"/>
            <a:ext cx="3090672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5020056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SQLite: Database runs directly in container memory/filesystem without external database servers.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10144" y="1737360"/>
            <a:ext cx="3456432" cy="443484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10144" y="1737360"/>
            <a:ext cx="3456432" cy="594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9" name="Text 27"/>
          <p:cNvSpPr/>
          <p:nvPr/>
        </p:nvSpPr>
        <p:spPr>
          <a:xfrm>
            <a:off x="8147304" y="187452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GITHUB WORKFLOW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93024" y="2514600"/>
            <a:ext cx="3090672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84464" y="2606040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 Blueprint: Automated Infrastructure-as-Code declaration for Render cloud.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93024" y="3721608"/>
            <a:ext cx="3090672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3813048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Delivery: Pushing commits to GitHub main branch automatically triggers fresh Docker build.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93024" y="4928616"/>
            <a:ext cx="3090672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84464" y="5020056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Environment Drift: Identical local and production environment behavior.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Outcomes &amp; Future Horizons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how timeless computer science algorithms elevate modern production software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73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Executive Edition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166360" cy="44348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PROJECT ACCOMPLISHMENTS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Pure Academic Data Structures in 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54203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that structures, static 1D arrays, and circular FIFO queues provide high throughput and predictable execution in modern event software.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3246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Zero Injustice Waiting Queue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50215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arbitrary queue jumping with strict FIFO mathematical wrap-around pointers.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Intelligent Inventory Synchronization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446227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the real-world issue of unallocated confirmed guests by automatically assigning resources whenever stock is increased.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5166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Modern Light UI Aesthetic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542239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a clean, high-contrast light theme interface that delights users and facilitates long operational shifts.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737360"/>
            <a:ext cx="5193792" cy="4434840"/>
          </a:xfrm>
          <a:prstGeom prst="roundRect">
            <a:avLst>
              <a:gd name="adj" fmla="val 3093"/>
            </a:avLst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ENGINEERING HORIZONS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28600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Barcode &amp; NFC Integration: Direct hardware scanning of attendee NFC badges at venue entry gates.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Notification Webhooks: Automated WhatsApp, SMS, and Email alert triggers when a waitlist guest is admitted.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Multi-Tenant Role-Based Access: Dedicated JWT role authorization for Event Organizers vs Gate Check-in Staff.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7960" y="4389120"/>
            <a:ext cx="4617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6177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/ Q &amp; 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498348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Live Demonstration &amp; Technical Questions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EventOra Platform • Smart Event Crowd &amp; Resource Operations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EventOra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EventOra - Smart Event Crowd &amp; Resource Management System</dc:title>
  <dc:subject>PptxGenJS Presentation</dc:subject>
  <dc:creator>EventOra Engineering Team</dc:creator>
  <cp:lastModifiedBy>EventOra Engineering Team</cp:lastModifiedBy>
  <cp:revision>1</cp:revision>
  <dcterms:created xsi:type="dcterms:W3CDTF">2026-10-04T16:21:41Z</dcterms:created>
  <dcterms:modified xsi:type="dcterms:W3CDTF">2026-10-04T16:21:41Z</dcterms:modified>
</cp:coreProperties>
</file>